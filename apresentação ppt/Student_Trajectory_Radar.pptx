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1008" y="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CF31-68EC-3581-5B40-FF2095BD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8B65CA-1EBC-ECCD-A50B-8D97723FB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2BB88B7-4FB2-FD67-C985-92BFA8E35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086"/>
            <a:ext cx="16256000" cy="911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9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0</Words>
  <Application>Microsoft Office PowerPoint</Application>
  <PresentationFormat>Personalizar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Fabiana Sampaio Luz</cp:lastModifiedBy>
  <cp:revision>2</cp:revision>
  <dcterms:created xsi:type="dcterms:W3CDTF">2006-08-16T00:00:00Z</dcterms:created>
  <dcterms:modified xsi:type="dcterms:W3CDTF">2026-03-14T03:08:58Z</dcterms:modified>
</cp:coreProperties>
</file>